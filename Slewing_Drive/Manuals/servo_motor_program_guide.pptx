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/>
    <p:restoredTop sz="94621"/>
  </p:normalViewPr>
  <p:slideViewPr>
    <p:cSldViewPr snapToGrid="0">
      <p:cViewPr varScale="1">
        <p:scale>
          <a:sx n="135" d="100"/>
          <a:sy n="135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628F3-DA19-6238-72BF-FCFAC8B41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1C1F69-71AF-FBD2-7CDC-6742AB549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81E63E-53CC-D6FF-CE9D-D68A79A3B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A5CE-C84C-44E1-9E50-541EE57AFEBB}" type="datetimeFigureOut">
              <a:rPr lang="ko-KR" altLang="en-US" smtClean="0"/>
              <a:t>2026. 5. 12.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85CA72-0CFF-0E14-55DD-9AD48EED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FC077-65EA-46A2-0BEA-64C1D5BA4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08EF1-C7DF-418C-A5A6-248ADB6B9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91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F6D0BD-DD05-7D18-AABC-F35AEC2A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E6309E-4127-A4D6-BF52-A9DF9E31F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8689EF-98AB-EB91-9571-6523E189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A5CE-C84C-44E1-9E50-541EE57AFEBB}" type="datetimeFigureOut">
              <a:rPr lang="ko-KR" altLang="en-US" smtClean="0"/>
              <a:t>2026. 5. 12.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7E83B6-2A1D-82D3-6CE0-FC383BDD8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9E770D-D6BC-C1D7-54AF-1F2BFA74E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08EF1-C7DF-418C-A5A6-248ADB6B9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893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C1BD74-96B6-C97D-22EA-85C5C918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923178-245A-ED6E-0A63-D0D2A5ECB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EB0F9-68AA-E4E0-CEE9-A03A8FDA8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A5CE-C84C-44E1-9E50-541EE57AFEBB}" type="datetimeFigureOut">
              <a:rPr lang="ko-KR" altLang="en-US" smtClean="0"/>
              <a:t>2026. 5. 12.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E4AB95-B723-C99A-795D-143A98C9B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023D25-D51D-5682-A958-FDAF0EB9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08EF1-C7DF-418C-A5A6-248ADB6B9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88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24C406-0038-C83E-A898-FAA307FB1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3B8033-FC12-0CCD-5557-59B9BED49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906559-A1C0-BD47-7A09-2E8B279E3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4EDF0F-AD40-967C-3BEC-D9B5AEF0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A5CE-C84C-44E1-9E50-541EE57AFEBB}" type="datetimeFigureOut">
              <a:rPr lang="ko-KR" altLang="en-US" smtClean="0"/>
              <a:t>2026. 5. 12.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4D8304-00E8-8A50-26C8-2174F420A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55FCB3-5697-AEC6-0C11-E84EDCEF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08EF1-C7DF-418C-A5A6-248ADB6B9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563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448CD-BD41-63B1-BCBB-E496B8665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BF2CA8-16B2-5FD1-CC78-9A704424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27E6E5-1349-8DCC-C99D-82404842D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3DF589-4886-6359-9B9B-C803BA7E66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60986E5-3F5C-6380-CF6F-89E641D82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952544-8143-79E9-75DF-2BD75A290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A5CE-C84C-44E1-9E50-541EE57AFEBB}" type="datetimeFigureOut">
              <a:rPr lang="ko-KR" altLang="en-US" smtClean="0"/>
              <a:t>2026. 5. 12.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153971B-E7D6-2627-6305-60E3AA164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A65661-1D08-CCAB-0F17-913B5D8B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08EF1-C7DF-418C-A5A6-248ADB6B9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141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378FA-0939-6D21-A122-B233E4794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49E2E9-6EC9-55F9-E2A8-B1CACE004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A5CE-C84C-44E1-9E50-541EE57AFEBB}" type="datetimeFigureOut">
              <a:rPr lang="ko-KR" altLang="en-US" smtClean="0"/>
              <a:t>2026. 5. 12.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8A2C6C-781C-14C2-91F9-5AC69EC75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B52449-776D-CEB4-AF77-70EF103D4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08EF1-C7DF-418C-A5A6-248ADB6B9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28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297F8C-9304-6521-E516-9E1A72A7F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A5CE-C84C-44E1-9E50-541EE57AFEBB}" type="datetimeFigureOut">
              <a:rPr lang="ko-KR" altLang="en-US" smtClean="0"/>
              <a:t>2026. 5. 12.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CE1A78A-E65F-F6BC-DD31-4A2E72A8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6091CD-9E4A-7513-2CD7-5BA33ACB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08EF1-C7DF-418C-A5A6-248ADB6B9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144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6848C-B276-E409-2128-F3F017E12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93CB58-3E5F-1493-BA8D-F174597A0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259478-64E5-6F67-7F0C-4215D02E1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0FDD9C-8BD5-DFDB-3494-C9BF3FEA4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A5CE-C84C-44E1-9E50-541EE57AFEBB}" type="datetimeFigureOut">
              <a:rPr lang="ko-KR" altLang="en-US" smtClean="0"/>
              <a:t>2026. 5. 12.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AEE3D5-A0B0-BBD6-E599-AAAEEBB89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7ED36B-87C9-317F-266D-89385F245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08EF1-C7DF-418C-A5A6-248ADB6B9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782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3F7B7-A286-A51A-2C20-EB6823F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CBF929-D57C-25DD-82CA-FA30026C5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50F4FD-A81E-B527-558E-ED012C391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A92F9E-4EE8-0E6A-85CA-102CFD82C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A5CE-C84C-44E1-9E50-541EE57AFEBB}" type="datetimeFigureOut">
              <a:rPr lang="ko-KR" altLang="en-US" smtClean="0"/>
              <a:t>2026. 5. 12.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FAA186-FC3F-C1A7-837B-35881AE3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E3374A-011B-BA39-2B53-29D403DD0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08EF1-C7DF-418C-A5A6-248ADB6B9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36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B760E-356B-D760-DF1F-5A40682E5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90D9AC-AF0D-6ECA-DAD8-93399EFDE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C1166-4151-6D96-1268-F0A5E7A11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A5CE-C84C-44E1-9E50-541EE57AFEBB}" type="datetimeFigureOut">
              <a:rPr lang="ko-KR" altLang="en-US" smtClean="0"/>
              <a:t>2026. 5. 12.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372FF7-FDCD-6EBD-2A33-F8FD80185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BF12A9-1509-4572-7B0E-E33ED7A1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08EF1-C7DF-418C-A5A6-248ADB6B9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556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539DCD1-2733-4AF1-8E72-495CCFF58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DBAFBBA-2D71-564B-B5AA-DD839F6A6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177ADE-590F-73CF-5FCA-E728D2795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A5CE-C84C-44E1-9E50-541EE57AFEBB}" type="datetimeFigureOut">
              <a:rPr lang="ko-KR" altLang="en-US" smtClean="0"/>
              <a:t>2026. 5. 12.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68764-6323-CDDB-3234-1E46EBC4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513F4C-9563-33CE-BE09-0743C43C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08EF1-C7DF-418C-A5A6-248ADB6B9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877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70FD03-9A27-A0FD-FFC5-551D94A36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109B01-A9CD-9411-4E27-9334D9FDC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89802F-5B3D-6693-4461-5C9AA903E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28A5CE-C84C-44E1-9E50-541EE57AFEBB}" type="datetimeFigureOut">
              <a:rPr lang="ko-KR" altLang="en-US" smtClean="0"/>
              <a:t>2026. 5. 12.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7F799-CBA2-BD5E-5017-E97B46885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66C957-3E85-E75D-26D8-C82C43AA65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508EF1-C7DF-418C-A5A6-248ADB6B9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000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B464F-F94C-901B-FDAF-1A558212F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BA28B8-4BDF-D425-D13D-1CE5F64A6EBC}"/>
              </a:ext>
            </a:extLst>
          </p:cNvPr>
          <p:cNvSpPr txBox="1"/>
          <p:nvPr/>
        </p:nvSpPr>
        <p:spPr>
          <a:xfrm>
            <a:off x="295563" y="240145"/>
            <a:ext cx="3389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A. Servo Motor Driver Wiring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C6EF3C-134B-6821-6453-29EF2F3BD9AC}"/>
              </a:ext>
            </a:extLst>
          </p:cNvPr>
          <p:cNvSpPr txBox="1"/>
          <p:nvPr/>
        </p:nvSpPr>
        <p:spPr>
          <a:xfrm>
            <a:off x="909781" y="1090091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/>
              <a:t>1. Noise filter is mandatory</a:t>
            </a:r>
          </a:p>
          <a:p>
            <a:r>
              <a:rPr lang="en-US" altLang="en-US" dirty="0"/>
              <a:t>2. A Wire section A first, then apply power</a:t>
            </a:r>
          </a:p>
          <a:p>
            <a:r>
              <a:rPr lang="en-US" altLang="en-US" dirty="0"/>
              <a:t>3. After powering on, confirm 2 green indicator lights on the side are lit</a:t>
            </a:r>
          </a:p>
          <a:p>
            <a:r>
              <a:rPr lang="en-US" altLang="en-US" dirty="0"/>
              <a:t>4. If no issues, connect to laptop via USB-C</a:t>
            </a:r>
          </a:p>
          <a:p>
            <a:endParaRPr lang="en-US" altLang="en-US" dirty="0"/>
          </a:p>
          <a:p>
            <a:r>
              <a:rPr lang="en-US" altLang="en-US" dirty="0"/>
              <a:t>*Connecting USB-C first will cause a low voltage error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C3D50B-B7CF-0C0F-EDAD-C8A481FA6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109" y="483138"/>
            <a:ext cx="4603521" cy="613802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3228898-9ED1-FC9B-7C6B-4FDCBE5AB946}"/>
              </a:ext>
            </a:extLst>
          </p:cNvPr>
          <p:cNvSpPr/>
          <p:nvPr/>
        </p:nvSpPr>
        <p:spPr>
          <a:xfrm>
            <a:off x="8129905" y="3205018"/>
            <a:ext cx="1531331" cy="229061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8800" b="1" dirty="0">
                <a:solidFill>
                  <a:schemeClr val="bg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35152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379F7E-82E2-1621-A54C-B2090F77B064}"/>
              </a:ext>
            </a:extLst>
          </p:cNvPr>
          <p:cNvSpPr txBox="1"/>
          <p:nvPr/>
        </p:nvSpPr>
        <p:spPr>
          <a:xfrm>
            <a:off x="295563" y="240145"/>
            <a:ext cx="4405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B. </a:t>
            </a:r>
            <a:r>
              <a:rPr lang="en-US" altLang="en-US" dirty="0" err="1"/>
              <a:t>Servo Motor Debugging Program Launch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C94A1-45FA-2AB9-898E-E3D6EF031508}"/>
              </a:ext>
            </a:extLst>
          </p:cNvPr>
          <p:cNvSpPr txBox="1"/>
          <p:nvPr/>
        </p:nvSpPr>
        <p:spPr>
          <a:xfrm>
            <a:off x="909781" y="1062382"/>
            <a:ext cx="8982364" cy="2531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en-US" dirty="0"/>
              <a:t>Navigate to the path below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en-US" dirty="0"/>
              <a:t>KinkoServo3 folder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en-US" dirty="0"/>
              <a:t>KinkoServo3.exe — Run it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en-US" dirty="0"/>
          </a:p>
          <a:p>
            <a:pPr>
              <a:lnSpc>
                <a:spcPct val="150000"/>
              </a:lnSpc>
            </a:pPr>
            <a:r>
              <a:rPr lang="en-US" altLang="en-US" dirty="0"/>
              <a:t>* Note: There is also a KinkoServo folder elsewhere in General — do NOT use that one, </a:t>
            </a:r>
          </a:p>
          <a:p>
            <a:pPr>
              <a:lnSpc>
                <a:spcPct val="150000"/>
              </a:lnSpc>
            </a:pPr>
            <a:endParaRPr lang="en-US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375D80-AEFC-1A1C-3833-4ABD5D695227}"/>
              </a:ext>
            </a:extLst>
          </p:cNvPr>
          <p:cNvSpPr txBox="1"/>
          <p:nvPr/>
        </p:nvSpPr>
        <p:spPr>
          <a:xfrm>
            <a:off x="1562986" y="3161552"/>
            <a:ext cx="879578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KR" dirty="0"/>
          </a:p>
          <a:p>
            <a:endParaRPr lang="en-KR" dirty="0"/>
          </a:p>
          <a:p>
            <a:endParaRPr lang="en-KR" dirty="0"/>
          </a:p>
          <a:p>
            <a:r>
              <a:rPr lang="en-KR" dirty="0"/>
              <a:t>General\20. 제품개발\90. (세호마린) POD 드라이브\2. slewing drive\1. 수직조향모듈(Guangzhou Wisdom Wheel Science Technology)\5. 반복선회(파이썬)</a:t>
            </a:r>
          </a:p>
          <a:p>
            <a:endParaRPr lang="en-KR" dirty="0"/>
          </a:p>
          <a:p>
            <a:endParaRPr lang="en-KR" dirty="0"/>
          </a:p>
          <a:p>
            <a:endParaRPr lang="en-KR" dirty="0"/>
          </a:p>
          <a:p>
            <a:r>
              <a:rPr lang="en-KR" dirty="0"/>
              <a:t>General - Pharos Team\20. 제품개발\90. (세호마린) POD 드라이브\2. slewing drive\1. 수직조향모듈(Guangzhou Wisdom Wheel Science Technology)\3. 서보모터\Kinko\KincoServo3 1.2.1 Beta build20240809\KincoServo3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690364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30F1D-DA2A-1998-705B-F86A1D755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B3F9A8-E74B-FA39-4EF0-1A4575BDB56C}"/>
              </a:ext>
            </a:extLst>
          </p:cNvPr>
          <p:cNvSpPr txBox="1"/>
          <p:nvPr/>
        </p:nvSpPr>
        <p:spPr>
          <a:xfrm>
            <a:off x="295563" y="240145"/>
            <a:ext cx="4405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B. </a:t>
            </a:r>
            <a:r>
              <a:rPr lang="en-US" altLang="en-US" dirty="0" err="1"/>
              <a:t>Servo Motor Debugging Program Launch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E290A0-E08A-298F-5810-5186A09BB469}"/>
              </a:ext>
            </a:extLst>
          </p:cNvPr>
          <p:cNvSpPr txBox="1"/>
          <p:nvPr/>
        </p:nvSpPr>
        <p:spPr>
          <a:xfrm>
            <a:off x="150041" y="1305341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altLang="en-US" dirty="0"/>
              <a:t>After launching, click “Current Connection RS232 Closed” at the bottom right</a:t>
            </a:r>
          </a:p>
          <a:p>
            <a:pPr marL="342900" indent="-342900">
              <a:buFont typeface="+mj-lt"/>
              <a:buAutoNum type="arabicPeriod" startAt="4"/>
            </a:pPr>
            <a:endParaRPr lang="en-US" alt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altLang="en-US" dirty="0"/>
              <a:t>“COM”: Find the USB-connected port number.</a:t>
            </a:r>
            <a:br>
              <a:rPr lang="en-US" altLang="en-US" dirty="0"/>
            </a:br>
            <a:r>
              <a:rPr lang="en-US" altLang="en-US" dirty="0"/>
              <a:t>“Baud”/”COM ID”: Do NOT change</a:t>
            </a:r>
          </a:p>
          <a:p>
            <a:pPr marL="342900" indent="-342900">
              <a:buFont typeface="+mj-lt"/>
              <a:buAutoNum type="arabicPeriod" startAt="4"/>
            </a:pPr>
            <a:endParaRPr lang="en-US" alt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altLang="en-US" dirty="0"/>
              <a:t>How to find the COM port number</a:t>
            </a:r>
            <a:br>
              <a:rPr lang="en-US" altLang="en-US" dirty="0"/>
            </a:br>
            <a:r>
              <a:rPr lang="en-US" altLang="en-US" dirty="0"/>
              <a:t>- Right-click Windows Start button  &gt; Device Manager</a:t>
            </a:r>
            <a:br>
              <a:rPr lang="en-US" altLang="en-US" dirty="0"/>
            </a:br>
            <a:r>
              <a:rPr lang="en-US" altLang="en-US" dirty="0"/>
              <a:t>- Double-click “Ports(COM &amp; LPT)” at the bottom</a:t>
            </a:r>
            <a:br>
              <a:rPr lang="en-US" altLang="en-US" dirty="0"/>
            </a:br>
            <a:r>
              <a:rPr lang="en-US" altLang="en-US" dirty="0"/>
              <a:t>- The port labeled "USB-Enhanced..."   </a:t>
            </a:r>
            <a:br>
              <a:rPr lang="en-US" altLang="en-US" dirty="0"/>
            </a:br>
            <a:r>
              <a:rPr lang="en-US" altLang="en-US" dirty="0"/>
              <a:t>is connected to the motor driver.</a:t>
            </a:r>
            <a:br>
              <a:rPr lang="en-US" altLang="en-US" dirty="0"/>
            </a:br>
            <a:r>
              <a:rPr lang="en-US" altLang="en-US" dirty="0"/>
              <a:t>- Select that port number in the program</a:t>
            </a:r>
          </a:p>
          <a:p>
            <a:pPr marL="342900" indent="-342900">
              <a:buFont typeface="+mj-lt"/>
              <a:buAutoNum type="arabicPeriod" startAt="4"/>
            </a:pPr>
            <a:endParaRPr lang="en-US" alt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altLang="en-US" dirty="0"/>
              <a:t>Click “Open” and verify both buttons shown in the image </a:t>
            </a:r>
            <a:br>
              <a:rPr lang="en-US" altLang="en-US" dirty="0"/>
            </a:br>
            <a:r>
              <a:rPr lang="en-US" altLang="en-US" dirty="0"/>
              <a:t>turn green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A85EB7-A70B-5E59-4F9E-22104101D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696" y="2228048"/>
            <a:ext cx="5461050" cy="353986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60EC005-44EB-FCED-C408-ED8AF7F9A7B3}"/>
              </a:ext>
            </a:extLst>
          </p:cNvPr>
          <p:cNvSpPr/>
          <p:nvPr/>
        </p:nvSpPr>
        <p:spPr>
          <a:xfrm>
            <a:off x="7093527" y="2355273"/>
            <a:ext cx="203200" cy="2493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EEF35E-0735-4BCF-1D90-3B7C4B218896}"/>
              </a:ext>
            </a:extLst>
          </p:cNvPr>
          <p:cNvSpPr/>
          <p:nvPr/>
        </p:nvSpPr>
        <p:spPr>
          <a:xfrm>
            <a:off x="7615382" y="2355273"/>
            <a:ext cx="203200" cy="2493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771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99631-D611-BDC1-70F6-C845ADA1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975092-4FBD-D329-5823-DDD3508A115A}"/>
              </a:ext>
            </a:extLst>
          </p:cNvPr>
          <p:cNvSpPr txBox="1"/>
          <p:nvPr/>
        </p:nvSpPr>
        <p:spPr>
          <a:xfrm>
            <a:off x="295563" y="240145"/>
            <a:ext cx="4405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C. Repetitive Rotation Python Macro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F16C58-7404-1AB3-6F61-493A19DD4A6E}"/>
              </a:ext>
            </a:extLst>
          </p:cNvPr>
          <p:cNvSpPr txBox="1"/>
          <p:nvPr/>
        </p:nvSpPr>
        <p:spPr>
          <a:xfrm>
            <a:off x="909780" y="1090091"/>
            <a:ext cx="79663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en-US" dirty="0"/>
              <a:t>Navigate to the path below</a:t>
            </a:r>
          </a:p>
          <a:p>
            <a:pPr marL="342900" indent="-342900">
              <a:buAutoNum type="arabicPeriod"/>
            </a:pPr>
            <a:r>
              <a:rPr lang="en-US" altLang="en-US" dirty="0"/>
              <a:t>“RunFile(</a:t>
            </a:r>
            <a:r>
              <a:rPr lang="en-US" altLang="en-US" dirty="0" err="1"/>
              <a:t>JY-Laptop</a:t>
            </a:r>
            <a:r>
              <a:rPr lang="en-US" altLang="en-US" dirty="0"/>
              <a:t>).bat” Run</a:t>
            </a:r>
          </a:p>
          <a:p>
            <a:pPr marL="342900" indent="-342900">
              <a:buAutoNum type="arabicPeriod"/>
            </a:pPr>
            <a:r>
              <a:rPr lang="en-US" altLang="en-US" dirty="0"/>
              <a:t>Run the .bat file. Avoid using the laptop for other tasks  while the macro is running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90EC62-285A-5556-1A29-A2C67B2C64B2}"/>
              </a:ext>
            </a:extLst>
          </p:cNvPr>
          <p:cNvSpPr txBox="1"/>
          <p:nvPr/>
        </p:nvSpPr>
        <p:spPr>
          <a:xfrm>
            <a:off x="1256144" y="3437776"/>
            <a:ext cx="46274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dirty="0"/>
              <a:t>&lt;Path below&gt;</a:t>
            </a:r>
          </a:p>
          <a:p>
            <a:pPr algn="ctr"/>
            <a:endParaRPr lang="en-US" altLang="en-US" dirty="0"/>
          </a:p>
          <a:p>
            <a:r>
              <a:rPr lang="en-US" altLang="en-US" dirty="0"/>
              <a:t>General\20. Product Development\90. (</a:t>
            </a:r>
            <a:r>
              <a:rPr lang="en-US" altLang="en-US" dirty="0" err="1"/>
              <a:t>Seho Marine</a:t>
            </a:r>
            <a:r>
              <a:rPr lang="en-US" altLang="en-US" dirty="0"/>
              <a:t>) POD Drive\2. </a:t>
            </a:r>
            <a:r>
              <a:rPr lang="en-US" altLang="en-US" dirty="0" err="1"/>
              <a:t>slewing</a:t>
            </a:r>
            <a:r>
              <a:rPr lang="en-US" altLang="en-US" dirty="0"/>
              <a:t> </a:t>
            </a:r>
            <a:r>
              <a:rPr lang="en-US" altLang="en-US" dirty="0" err="1"/>
              <a:t>drive</a:t>
            </a:r>
            <a:r>
              <a:rPr lang="en-US" altLang="en-US" dirty="0"/>
              <a:t>\1. </a:t>
            </a:r>
            <a:r>
              <a:rPr lang="en-US" altLang="en-US" dirty="0" err="1"/>
              <a:t>Vertical Steering Module</a:t>
            </a:r>
            <a:r>
              <a:rPr lang="en-US" altLang="en-US" dirty="0"/>
              <a:t>(</a:t>
            </a:r>
            <a:r>
              <a:rPr lang="en-US" altLang="en-US" dirty="0" err="1"/>
              <a:t>Guangzhou</a:t>
            </a:r>
            <a:r>
              <a:rPr lang="en-US" altLang="en-US" dirty="0"/>
              <a:t> </a:t>
            </a:r>
            <a:r>
              <a:rPr lang="en-US" altLang="en-US" dirty="0" err="1"/>
              <a:t>Wisdom</a:t>
            </a:r>
            <a:r>
              <a:rPr lang="en-US" altLang="en-US" dirty="0"/>
              <a:t> Wheel </a:t>
            </a:r>
            <a:r>
              <a:rPr lang="en-US" altLang="en-US" dirty="0" err="1"/>
              <a:t>Science</a:t>
            </a:r>
            <a:r>
              <a:rPr lang="en-US" altLang="en-US" dirty="0"/>
              <a:t> Technology)\5. Repetitive Rotation (Python)</a:t>
            </a:r>
          </a:p>
        </p:txBody>
      </p:sp>
    </p:spTree>
    <p:extLst>
      <p:ext uri="{BB962C8B-B14F-4D97-AF65-F5344CB8AC3E}">
        <p14:creationId xmlns:p14="http://schemas.microsoft.com/office/powerpoint/2010/main" val="364876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B209E-B856-3A9F-7F32-F91523BE6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4E60D4-0EAF-F8C1-BF49-DAE90AB23400}"/>
              </a:ext>
            </a:extLst>
          </p:cNvPr>
          <p:cNvSpPr txBox="1"/>
          <p:nvPr/>
        </p:nvSpPr>
        <p:spPr>
          <a:xfrm>
            <a:off x="295563" y="240145"/>
            <a:ext cx="4405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D. Error Handling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89E753-EB65-71C5-EF93-F7EA8ACC5E57}"/>
              </a:ext>
            </a:extLst>
          </p:cNvPr>
          <p:cNvSpPr txBox="1"/>
          <p:nvPr/>
        </p:nvSpPr>
        <p:spPr>
          <a:xfrm>
            <a:off x="909780" y="1090091"/>
            <a:ext cx="7966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en-US" dirty="0"/>
              <a:t>When the highlighted area in the motor driver program turns red:</a:t>
            </a:r>
            <a:br>
              <a:rPr lang="en-US" altLang="en-US" dirty="0"/>
            </a:br>
            <a:r>
              <a:rPr lang="en-US" altLang="en-US" dirty="0"/>
              <a:t>- Restart the motor</a:t>
            </a:r>
            <a:br>
              <a:rPr lang="en-US" altLang="en-US" dirty="0"/>
            </a:br>
            <a:r>
              <a:rPr lang="en-US" altLang="en-US" dirty="0"/>
              <a:t>- Click "Specialist" &gt; "Basic Operation" at the top</a:t>
            </a:r>
            <a:br>
              <a:rPr lang="en-US" altLang="en-US" dirty="0"/>
            </a:br>
            <a:r>
              <a:rPr lang="en-US" altLang="en-US" dirty="0"/>
              <a:t>- “</a:t>
            </a:r>
            <a:r>
              <a:rPr lang="en-US" altLang="en-US" dirty="0" err="1"/>
              <a:t>Controlword</a:t>
            </a:r>
            <a:r>
              <a:rPr lang="en-US" altLang="en-US" dirty="0"/>
              <a:t>”: Enter 86 and press </a:t>
            </a:r>
            <a:r>
              <a:rPr lang="en-US" altLang="en-US" dirty="0" err="1"/>
              <a:t>Enter</a:t>
            </a:r>
            <a:br>
              <a:rPr lang="en-US" altLang="en-US" dirty="0"/>
            </a:br>
            <a:r>
              <a:rPr lang="en-US" altLang="en-US" dirty="0"/>
              <a:t>-If error persists,  </a:t>
            </a:r>
            <a:r>
              <a:rPr lang="en-US" altLang="en-US" dirty="0" err="1"/>
              <a:t>further investigation required</a:t>
            </a:r>
            <a:endParaRPr lang="en-US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5201E6-B69C-34B6-2852-DD0D58B09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696" y="2228048"/>
            <a:ext cx="5461050" cy="353986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98ACFC5-F78D-FD90-2B8F-CDB06510AAC3}"/>
              </a:ext>
            </a:extLst>
          </p:cNvPr>
          <p:cNvSpPr/>
          <p:nvPr/>
        </p:nvSpPr>
        <p:spPr>
          <a:xfrm>
            <a:off x="7615382" y="2355273"/>
            <a:ext cx="203200" cy="2493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569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F4FCC-A13C-60E0-1685-9DD91E8BC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0BBD0-4A0D-E151-EF5A-A04B347A7791}"/>
              </a:ext>
            </a:extLst>
          </p:cNvPr>
          <p:cNvSpPr txBox="1"/>
          <p:nvPr/>
        </p:nvSpPr>
        <p:spPr>
          <a:xfrm>
            <a:off x="295563" y="240145"/>
            <a:ext cx="4405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E. Parameter Adjustment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1FC24-8BB3-1BE4-0CAB-ABB3D4542C2D}"/>
              </a:ext>
            </a:extLst>
          </p:cNvPr>
          <p:cNvSpPr txBox="1"/>
          <p:nvPr/>
        </p:nvSpPr>
        <p:spPr>
          <a:xfrm>
            <a:off x="909780" y="1090091"/>
            <a:ext cx="79663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en-US" dirty="0"/>
              <a:t>In the motor driver program:</a:t>
            </a:r>
          </a:p>
          <a:p>
            <a:pPr marL="342900" indent="-342900">
              <a:buAutoNum type="arabicPeriod"/>
            </a:pPr>
            <a:r>
              <a:rPr lang="en-US" altLang="en-US" dirty="0"/>
              <a:t>Click "Specialist" &gt; "Basic Operation" at the top</a:t>
            </a:r>
          </a:p>
          <a:p>
            <a:pPr marL="342900" indent="-342900">
              <a:buAutoNum type="arabicPeriod"/>
            </a:pPr>
            <a:r>
              <a:rPr lang="en-US" altLang="en-US" dirty="0" err="1"/>
              <a:t>Profile_Acc</a:t>
            </a:r>
            <a:r>
              <a:rPr lang="en-US" altLang="en-US" dirty="0"/>
              <a:t> and </a:t>
            </a:r>
            <a:r>
              <a:rPr lang="en-US" altLang="en-US" dirty="0" err="1"/>
              <a:t>Profile_Dec</a:t>
            </a:r>
            <a:r>
              <a:rPr lang="en-US" altLang="en-US" dirty="0"/>
              <a:t> controls acceleration // deceleration</a:t>
            </a:r>
            <a:br>
              <a:rPr lang="en-US" altLang="en-US" dirty="0"/>
            </a:br>
            <a:r>
              <a:rPr lang="en-US" altLang="en-US" dirty="0"/>
              <a:t>(Lower values = smoother stopping)</a:t>
            </a:r>
          </a:p>
          <a:p>
            <a:pPr marL="342900" indent="-342900">
              <a:buAutoNum type="arabicPeriod"/>
            </a:pPr>
            <a:r>
              <a:rPr lang="en-US" altLang="en-US" dirty="0"/>
              <a:t>Modify Operation Mode to 1, or to another appropriate mode.</a:t>
            </a:r>
          </a:p>
          <a:p>
            <a:pPr marL="342900" indent="-342900">
              <a:buAutoNum type="arabicPeriod"/>
            </a:pPr>
            <a:r>
              <a:rPr lang="en-US" altLang="en-US" dirty="0"/>
              <a:t>Adjust the rotational speed by setting </a:t>
            </a:r>
            <a:r>
              <a:rPr lang="en-US" altLang="en-US" dirty="0" err="1"/>
              <a:t>Profile_Speed</a:t>
            </a:r>
            <a:r>
              <a:rPr lang="en-US" altLang="en-US" dirty="0"/>
              <a:t>.</a:t>
            </a:r>
          </a:p>
          <a:p>
            <a:pPr marL="342900" indent="-342900">
              <a:buAutoNum type="arabicPeriod"/>
            </a:pPr>
            <a:r>
              <a:rPr lang="en-US" altLang="en-US" dirty="0"/>
              <a:t>For forced operation, enter the </a:t>
            </a:r>
            <a:r>
              <a:rPr lang="en-US" altLang="en-US" dirty="0" err="1"/>
              <a:t>Controlword</a:t>
            </a:r>
            <a:r>
              <a:rPr lang="en-US" altLang="en-US" dirty="0"/>
              <a:t> sequence in the following order: 6 → 7 → 103F.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2BF1950-3E07-EDFE-D05D-1532A2F36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383" y="3047969"/>
            <a:ext cx="4177263" cy="381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920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BF384-2B16-EA55-E069-B704F5DA8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DC2CA7-F521-C27D-3582-AEAF5F6864FA}"/>
              </a:ext>
            </a:extLst>
          </p:cNvPr>
          <p:cNvSpPr txBox="1"/>
          <p:nvPr/>
        </p:nvSpPr>
        <p:spPr>
          <a:xfrm>
            <a:off x="295563" y="240145"/>
            <a:ext cx="4405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E. Parameter Adjustment (cont.)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3E7583-56B2-EB05-EDDE-38386145358A}"/>
              </a:ext>
            </a:extLst>
          </p:cNvPr>
          <p:cNvSpPr txBox="1"/>
          <p:nvPr/>
        </p:nvSpPr>
        <p:spPr>
          <a:xfrm>
            <a:off x="909780" y="1090091"/>
            <a:ext cx="7966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en-US" dirty="0"/>
              <a:t>“Kinko_AUTO.py” &gt; Open with &gt; Notepad</a:t>
            </a:r>
          </a:p>
          <a:p>
            <a:pPr marL="342900" indent="-342900">
              <a:buAutoNum type="arabicPeriod"/>
            </a:pPr>
            <a:r>
              <a:rPr lang="en-US" altLang="en-US" dirty="0"/>
              <a:t>“#Variable Definition” section: change “</a:t>
            </a:r>
            <a:r>
              <a:rPr lang="en-US" altLang="en-US" dirty="0" err="1"/>
              <a:t>pos_value</a:t>
            </a:r>
            <a:r>
              <a:rPr lang="en-US" altLang="en-US" dirty="0"/>
              <a:t>” to adjust rotation angle(max 2500000)</a:t>
            </a:r>
          </a:p>
          <a:p>
            <a:pPr marL="342900" indent="-342900">
              <a:buAutoNum type="arabicPeriod"/>
            </a:pPr>
            <a:r>
              <a:rPr lang="en-US" altLang="en-US" dirty="0"/>
              <a:t>Further below: in the </a:t>
            </a:r>
            <a:r>
              <a:rPr lang="en-US" altLang="en-US" dirty="0" err="1"/>
              <a:t>elif</a:t>
            </a:r>
            <a:r>
              <a:rPr lang="en-US" altLang="en-US" dirty="0"/>
              <a:t> </a:t>
            </a:r>
            <a:r>
              <a:rPr lang="en-US" altLang="en-US" dirty="0" err="1"/>
              <a:t>idx</a:t>
            </a:r>
            <a:r>
              <a:rPr lang="en-US" altLang="en-US" dirty="0"/>
              <a:t> == 38 section, change the value in "1000{ENTER}" to adjust rotation speed (range: 500–2000)</a:t>
            </a:r>
          </a:p>
        </p:txBody>
      </p:sp>
    </p:spTree>
    <p:extLst>
      <p:ext uri="{BB962C8B-B14F-4D97-AF65-F5344CB8AC3E}">
        <p14:creationId xmlns:p14="http://schemas.microsoft.com/office/powerpoint/2010/main" val="2658092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83d0e0-b893-4888-9424-d9116c9902f6">
      <Terms xmlns="http://schemas.microsoft.com/office/infopath/2007/PartnerControls"/>
    </lcf76f155ced4ddcb4097134ff3c332f>
    <TaxCatchAll xmlns="bec1853d-e978-4533-bcc5-a97b0a8ecab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71B36EB22AEE2488EA9F4F32B479E17" ma:contentTypeVersion="15" ma:contentTypeDescription="새 문서를 만듭니다." ma:contentTypeScope="" ma:versionID="2d7e3f5e25a069a298de2f05aac76a11">
  <xsd:schema xmlns:xsd="http://www.w3.org/2001/XMLSchema" xmlns:xs="http://www.w3.org/2001/XMLSchema" xmlns:p="http://schemas.microsoft.com/office/2006/metadata/properties" xmlns:ns2="f083d0e0-b893-4888-9424-d9116c9902f6" xmlns:ns3="bec1853d-e978-4533-bcc5-a97b0a8ecab3" targetNamespace="http://schemas.microsoft.com/office/2006/metadata/properties" ma:root="true" ma:fieldsID="856249b5536d220be7e060c795237630" ns2:_="" ns3:_="">
    <xsd:import namespace="f083d0e0-b893-4888-9424-d9116c9902f6"/>
    <xsd:import namespace="bec1853d-e978-4533-bcc5-a97b0a8eca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3d0e0-b893-4888-9424-d9116c9902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597585e8-3bbf-4aac-be3d-0149aa907b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c1853d-e978-4533-bcc5-a97b0a8ecab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319bb9c-396b-4aea-92cd-b026869b750f}" ma:internalName="TaxCatchAll" ma:showField="CatchAllData" ma:web="bec1853d-e978-4533-bcc5-a97b0a8eca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6ED3D3-AB36-4343-A212-F67B1008B5ED}">
  <ds:schemaRefs>
    <ds:schemaRef ds:uri="http://schemas.microsoft.com/office/2006/metadata/properties"/>
    <ds:schemaRef ds:uri="http://schemas.microsoft.com/office/infopath/2007/PartnerControls"/>
    <ds:schemaRef ds:uri="f083d0e0-b893-4888-9424-d9116c9902f6"/>
    <ds:schemaRef ds:uri="bec1853d-e978-4533-bcc5-a97b0a8ecab3"/>
  </ds:schemaRefs>
</ds:datastoreItem>
</file>

<file path=customXml/itemProps2.xml><?xml version="1.0" encoding="utf-8"?>
<ds:datastoreItem xmlns:ds="http://schemas.openxmlformats.org/officeDocument/2006/customXml" ds:itemID="{800CAFD5-6882-4DBA-9998-EA423FE821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6C742A-2D9C-4893-B618-50DA6151D0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83d0e0-b893-4888-9424-d9116c9902f6"/>
    <ds:schemaRef ds:uri="bec1853d-e978-4533-bcc5-a97b0a8eca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573</Words>
  <Application>Microsoft Macintosh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Jeajung Ahn</dc:creator>
  <cp:lastModifiedBy>최지웅</cp:lastModifiedBy>
  <cp:revision>8</cp:revision>
  <dcterms:created xsi:type="dcterms:W3CDTF">2025-02-25T08:18:52Z</dcterms:created>
  <dcterms:modified xsi:type="dcterms:W3CDTF">2026-05-12T06:31:52Z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0x010100271B36EB22AEE2488EA9F4F32B479E17</vt:lpwstr>
  </property>
  <property fmtid="{D5CDD505-2E9C-101B-9397-08002B2CF9AE}" pid="3" name="MediaServiceImageTags">
    <vt:lpwstr/>
  </property>
</Properties>
</file>